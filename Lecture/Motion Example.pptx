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09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08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4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7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4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15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6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5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E4084-905F-4DCE-A6A7-21AC4B13DACF}" type="datetimeFigureOut">
              <a:rPr lang="en-US" smtClean="0"/>
              <a:t>12/7/2015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8C4D6-E8A1-4D3A-9CA8-1F94994A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2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Motion Example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Vectors bro…. Use vectors.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6332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Motion with additional forces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6714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4344093">
            <a:off x="1676400" y="1905000"/>
            <a:ext cx="457200" cy="4572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0" y="0"/>
            <a:ext cx="1905000" cy="2133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05000" y="2133600"/>
            <a:ext cx="1219200" cy="228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0" y="0"/>
            <a:ext cx="3124200" cy="2362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42824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4344093">
            <a:off x="1676400" y="1905000"/>
            <a:ext cx="457200" cy="4572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0" y="0"/>
            <a:ext cx="1905000" cy="2133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05000" y="2133600"/>
            <a:ext cx="1219200" cy="228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905000" y="2133600"/>
            <a:ext cx="0" cy="10668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905000" y="2133600"/>
            <a:ext cx="838200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0" y="0"/>
            <a:ext cx="3962400" cy="3429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905000" y="2133600"/>
            <a:ext cx="20574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3316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13334 0.033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7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0.12916 0.1888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58" y="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Collision with engines 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59216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81400" y="3276988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038600" y="3327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209800" y="3810000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15704" y="3810000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85624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81400" y="3276988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038600" y="3327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8067" y="3327888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15704" y="3810000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64707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81400" y="3276988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27899" y="5613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8067" y="3327888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15704" y="3810000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52926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81400" y="3276988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27899" y="5613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8067" y="3327888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9146" y="3298585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31804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91342" y="3870085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27899" y="5613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8067" y="3327888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9146" y="3298585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5489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91342" y="3870085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27899" y="5613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8067" y="3327888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9146" y="3298585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232328" y="3327888"/>
            <a:ext cx="806272" cy="368251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64336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9582748">
            <a:off x="2750217" y="6526492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91342" y="3870085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27899" y="5613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8067" y="3327888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9146" y="3298585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232328" y="3327888"/>
            <a:ext cx="806272" cy="368251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75608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9582748">
            <a:off x="2750217" y="6526492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91342" y="3870085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27899" y="5613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8067" y="3327888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9146" y="3298585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232328" y="3327888"/>
            <a:ext cx="806272" cy="368251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038600" y="3276988"/>
            <a:ext cx="969752" cy="2269109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56329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9582748">
            <a:off x="2750217" y="6526492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0505120">
            <a:off x="3509230" y="5088897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91342" y="3870085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27899" y="5613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8067" y="3327888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9146" y="3298585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232328" y="3327888"/>
            <a:ext cx="806272" cy="368251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038600" y="3276988"/>
            <a:ext cx="969752" cy="2269109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62877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Collision with engines off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27241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81400" y="3276988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038600" y="3327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209800" y="3810000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15704" y="3810000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1818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81400" y="3276988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038600" y="3327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32696" y="3352469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15704" y="3810000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33719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81400" y="3276988"/>
            <a:ext cx="1426952" cy="1676012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038600" y="3327888"/>
            <a:ext cx="1504428" cy="1396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32696" y="3352469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8352" y="3276988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55850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32696" y="3352469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8352" y="3276988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14006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16200000">
            <a:off x="3556489" y="287068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21176175">
            <a:off x="4526241" y="2819788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32696" y="3352469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8352" y="3276988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0" y="0"/>
            <a:ext cx="1732696" cy="5638469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0" y="0"/>
            <a:ext cx="5417500" cy="38484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37130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>
            <a:off x="1250585" y="5181269"/>
            <a:ext cx="964222" cy="914400"/>
          </a:xfrm>
          <a:prstGeom prst="teardrop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ardrop 3"/>
          <p:cNvSpPr/>
          <p:nvPr/>
        </p:nvSpPr>
        <p:spPr>
          <a:xfrm rot="15652829">
            <a:off x="4935388" y="3383705"/>
            <a:ext cx="964222" cy="9144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471538" y="762000"/>
            <a:ext cx="88331" cy="56388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32696" y="3352469"/>
            <a:ext cx="2305904" cy="2286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8352" y="3276988"/>
            <a:ext cx="409148" cy="57150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0" y="0"/>
            <a:ext cx="4048551" cy="3327888"/>
          </a:xfrm>
          <a:prstGeom prst="straightConnector1">
            <a:avLst/>
          </a:prstGeom>
          <a:ln>
            <a:solidFill>
              <a:srgbClr val="FF0000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0" y="0"/>
            <a:ext cx="5008352" cy="3276988"/>
          </a:xfrm>
          <a:prstGeom prst="straightConnector1">
            <a:avLst/>
          </a:prstGeom>
          <a:ln>
            <a:solidFill>
              <a:schemeClr val="tx2"/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0" y="0"/>
            <a:ext cx="1732696" cy="5638469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0" y="0"/>
            <a:ext cx="5417500" cy="38484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25494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</Words>
  <Application>Microsoft Office PowerPoint</Application>
  <PresentationFormat>On-screen Show (4:3)</PresentationFormat>
  <Paragraphs>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Motion Example</vt:lpstr>
      <vt:lpstr>Motion with additional forces</vt:lpstr>
      <vt:lpstr>PowerPoint Presentation</vt:lpstr>
      <vt:lpstr>PowerPoint Presentation</vt:lpstr>
      <vt:lpstr>Collision with engines 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Collision with engines off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B51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Example</dc:title>
  <dc:creator>Microsoft</dc:creator>
  <cp:lastModifiedBy>Microsoft</cp:lastModifiedBy>
  <cp:revision>4</cp:revision>
  <dcterms:created xsi:type="dcterms:W3CDTF">2015-12-07T04:35:49Z</dcterms:created>
  <dcterms:modified xsi:type="dcterms:W3CDTF">2015-12-07T05:11:23Z</dcterms:modified>
</cp:coreProperties>
</file>